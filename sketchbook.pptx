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08B"/>
    <a:srgbClr val="313320"/>
    <a:srgbClr val="CBC0BB"/>
    <a:srgbClr val="CBC06D"/>
    <a:srgbClr val="7E7D6D"/>
    <a:srgbClr val="7E7DAA"/>
    <a:srgbClr val="7EC7AA"/>
    <a:srgbClr val="779567"/>
    <a:srgbClr val="90A983"/>
    <a:srgbClr val="5F7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5"/>
    <p:restoredTop sz="96256"/>
  </p:normalViewPr>
  <p:slideViewPr>
    <p:cSldViewPr snapToGrid="0">
      <p:cViewPr>
        <p:scale>
          <a:sx n="82" d="100"/>
          <a:sy n="82" d="100"/>
        </p:scale>
        <p:origin x="-37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C9FBE-186D-8649-8440-9BB8EFAAB97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57B61-F71E-FC40-AA17-79454250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63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Women in STEM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57B61-F71E-FC40-AA17-7945425099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38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57B61-F71E-FC40-AA17-7945425099A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85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Connect with me: Linked In 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Contact Me: </a:t>
            </a:r>
            <a:r>
              <a:rPr lang="en-US" dirty="0" err="1"/>
              <a:t>marilynbraojos@gmail.com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Webname</a:t>
            </a:r>
            <a:r>
              <a:rPr lang="en-US" dirty="0"/>
              <a:t>: </a:t>
            </a:r>
            <a:r>
              <a:rPr lang="en-US" dirty="0" err="1"/>
              <a:t>marilynbraojos.com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dirty="0"/>
              <a:t>Find out what I’m working on right now!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57B61-F71E-FC40-AA17-7945425099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72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B78C-7963-3F50-E4B6-23E3A9A43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062AF-2AFD-464F-4110-45CDDD681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6874A-3698-2B88-6ECC-F466A7E4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3F9D8-F49B-7522-2D5B-10FE42BB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A93F5-F69C-FA49-03C7-BC1FA634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9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8DE56-D6D1-8A30-5572-E959F3AD7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C8163-80CD-1FF6-DAE6-9D671E84D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F06DC-F2F5-49EE-1551-CC2AC23D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1ADF1-842E-D9CA-94ED-58B32AA71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D51FB-5599-9FCD-CEFD-4E949BB3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91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049A-5C43-AFF5-B0E4-2A6E3200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951AC-403C-1DE8-C8DF-D7AA7D17D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60378-1135-977F-D627-61527DDD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6B29-E00C-CE82-BBE6-2B02DD367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445B6-3B5A-E4C9-462C-BB1A50E2D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7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1BA80-53AE-79CA-9124-0D8F6243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F970-D457-664C-1500-9DA0F7F51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A9B98-FBFD-FF5E-303E-3B28B83D6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B7226-53F8-6516-BEAF-CDB38F00D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37509-664D-94ED-2EA3-AE126ABB2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201FF-EA11-5096-EBE9-EAE30D2C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5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09F3-B52A-ECD5-7FB0-3D4AF14B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A6A96-E128-8319-2A31-E21DE756E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067E7-7187-8C6B-BA4F-5DAAD1AA8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6167-F278-DC90-7301-8ECB33325D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DC65B-B650-938D-E8EF-6A697D779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305CB-523E-DC92-E7E9-67D20384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3B152-018D-0D1D-BC93-2495E4A4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E2E70A-310E-FF03-8017-6638C08C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9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2D32-3DF3-710E-D1E2-598A04BC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5D1B7-2EF1-5369-7F75-E5FCAD0A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E67C2-13C9-FB29-9701-05681075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7B1EE-5EA0-80EE-70B4-761D7D27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1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E211B-EB4B-84DF-7EFC-2A5E84E31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D2640D-87E1-F128-A993-79A4155F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7791B-6459-E329-7ADC-A349DEDC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8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7B2E-A066-6E48-7F61-316B4B362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DBABA-EF22-D5CC-7C33-C07F6ED78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8BBAC7-4A5D-9A1C-F62B-18C96D990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21954-B02D-BE76-C856-AA4C42C5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0EEC2-2469-3CF5-4450-B8913E4C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698C6-83DA-559B-F348-6FA8A687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250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B40E-8BC2-5640-68CB-A00170B5D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95CC88-8494-3AFE-2456-45C457B7F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3F02D-F6F2-7E43-3BA3-40261D3B3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AA454-6EA3-BE04-E1D9-68A1E48A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D9E9C-1C49-0C14-AA34-53C93B331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DB738-8EDC-6A87-0EE2-7EC91232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5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AE656-D327-02D3-05C6-018F18F7A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46EF3-F187-7164-00AB-5AF91720C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7970-E773-9F29-79B8-B2385EEC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EE8A4-3BF0-6445-E4F5-94CF19DD0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A3AD-4E8B-DA9E-2A43-446AAD937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67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B33F9-D805-26E7-E19C-83B79258F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BD772-82AB-F43C-C10C-86C74B7D3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3373-42EC-3D96-BC82-290930B8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330C-7244-A8E0-ACCE-B65088FA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28113-0E0E-672E-52A1-0679EC1B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3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D08433-44E1-0D44-74E9-34CCBFD2B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CF3BD-8C15-8DD7-AF61-BD92555EC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71107-12CE-0659-A63E-ABA0AAC24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07F00-DFFC-2947-9DAE-3128AA91D5FC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4169-206B-5A30-B8A8-30C5DCF09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8A24-6B07-94EA-ED42-30A30201B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3B694-3C76-D347-8052-B9920FE8B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04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034DA89-BAE1-FE04-2EDC-EBBD08D2C449}"/>
              </a:ext>
            </a:extLst>
          </p:cNvPr>
          <p:cNvGrpSpPr/>
          <p:nvPr/>
        </p:nvGrpSpPr>
        <p:grpSpPr>
          <a:xfrm>
            <a:off x="687096" y="0"/>
            <a:ext cx="2843791" cy="3962690"/>
            <a:chOff x="2994301" y="469835"/>
            <a:chExt cx="2843791" cy="396269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698C951-7552-9140-59CF-679226801659}"/>
                </a:ext>
              </a:extLst>
            </p:cNvPr>
            <p:cNvSpPr txBox="1"/>
            <p:nvPr/>
          </p:nvSpPr>
          <p:spPr>
            <a:xfrm>
              <a:off x="2994301" y="469835"/>
              <a:ext cx="261348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0" b="1" dirty="0">
                  <a:latin typeface="Baguet Script" panose="020F0502020204030204" pitchFamily="34" charset="0"/>
                  <a:cs typeface="Baguet Script" panose="020F0502020204030204" pitchFamily="34" charset="0"/>
                </a:rPr>
                <a:t>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8506D18-186D-02C8-F7C6-C3E35B25FB73}"/>
                </a:ext>
              </a:extLst>
            </p:cNvPr>
            <p:cNvSpPr txBox="1"/>
            <p:nvPr/>
          </p:nvSpPr>
          <p:spPr>
            <a:xfrm>
              <a:off x="4389119" y="1277815"/>
              <a:ext cx="1448973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0" b="1" dirty="0">
                  <a:latin typeface="Baguet Script" panose="020F0502020204030204" pitchFamily="34" charset="0"/>
                  <a:cs typeface="Baguet Script" panose="020F0502020204030204" pitchFamily="34" charset="0"/>
                </a:rPr>
                <a:t>B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18F864-884B-0694-C944-F3512A30E258}"/>
              </a:ext>
            </a:extLst>
          </p:cNvPr>
          <p:cNvSpPr txBox="1"/>
          <p:nvPr/>
        </p:nvSpPr>
        <p:spPr>
          <a:xfrm rot="3000077">
            <a:off x="2381780" y="1208691"/>
            <a:ext cx="1920240" cy="1920240"/>
          </a:xfrm>
          <a:prstGeom prst="rect">
            <a:avLst/>
          </a:prstGeom>
          <a:noFill/>
        </p:spPr>
        <p:txBody>
          <a:bodyPr wrap="square" tIns="91440" bIns="91440">
            <a:prstTxWarp prst="textCircle">
              <a:avLst>
                <a:gd name="adj" fmla="val 11095199"/>
              </a:avLst>
            </a:prstTxWarp>
            <a:spAutoFit/>
          </a:bodyPr>
          <a:lstStyle/>
          <a:p>
            <a:r>
              <a:rPr lang="en-US" sz="4000" dirty="0">
                <a:latin typeface="Baguet Script" panose="020F0502020204030204" pitchFamily="34" charset="0"/>
                <a:cs typeface="Baguet Script" panose="020F0502020204030204" pitchFamily="34" charset="0"/>
              </a:rPr>
              <a:t>Marilyn Braojos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FD74AA-D46D-3983-F563-2C5508AF2762}"/>
              </a:ext>
            </a:extLst>
          </p:cNvPr>
          <p:cNvSpPr txBox="1"/>
          <p:nvPr/>
        </p:nvSpPr>
        <p:spPr>
          <a:xfrm>
            <a:off x="7236740" y="274290"/>
            <a:ext cx="261348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latin typeface="Baguet Script" panose="020F0502020204030204" pitchFamily="34" charset="0"/>
                <a:cs typeface="Baguet Script" panose="020F0502020204030204" pitchFamily="34" charset="0"/>
              </a:rPr>
              <a:t>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52C94F-7D9B-C955-A4A7-C463245D1356}"/>
              </a:ext>
            </a:extLst>
          </p:cNvPr>
          <p:cNvSpPr txBox="1"/>
          <p:nvPr/>
        </p:nvSpPr>
        <p:spPr>
          <a:xfrm>
            <a:off x="8634035" y="1078834"/>
            <a:ext cx="144897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latin typeface="Baguet Script" panose="020F0502020204030204" pitchFamily="34" charset="0"/>
                <a:cs typeface="Baguet Script" panose="020F0502020204030204" pitchFamily="34" charset="0"/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D9B168-EA19-7874-ED05-6C1CA971C1FB}"/>
              </a:ext>
            </a:extLst>
          </p:cNvPr>
          <p:cNvSpPr txBox="1"/>
          <p:nvPr/>
        </p:nvSpPr>
        <p:spPr>
          <a:xfrm>
            <a:off x="7236740" y="274290"/>
            <a:ext cx="261348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dirty="0">
                <a:solidFill>
                  <a:srgbClr val="7E7D6D"/>
                </a:solidFill>
                <a:latin typeface="Baguet Script" panose="020F0502020204030204" pitchFamily="34" charset="0"/>
                <a:cs typeface="Baguet Script" panose="020F0502020204030204" pitchFamily="34" charset="0"/>
              </a:rPr>
              <a:t>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2E9CBB-091E-581B-337F-969181E68321}"/>
              </a:ext>
            </a:extLst>
          </p:cNvPr>
          <p:cNvSpPr txBox="1"/>
          <p:nvPr/>
        </p:nvSpPr>
        <p:spPr>
          <a:xfrm>
            <a:off x="4782624" y="3154710"/>
            <a:ext cx="261348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latin typeface="Baguet Script" panose="020F0502020204030204" pitchFamily="34" charset="0"/>
                <a:cs typeface="Baguet Script" panose="020F0502020204030204" pitchFamily="34" charset="0"/>
              </a:rPr>
              <a:t>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78E12A-FC10-4901-3E59-F505732A32BD}"/>
              </a:ext>
            </a:extLst>
          </p:cNvPr>
          <p:cNvSpPr txBox="1"/>
          <p:nvPr/>
        </p:nvSpPr>
        <p:spPr>
          <a:xfrm>
            <a:off x="6179919" y="3959254"/>
            <a:ext cx="144897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latin typeface="Baguet Script" panose="020F0502020204030204" pitchFamily="34" charset="0"/>
                <a:cs typeface="Baguet Script" panose="020F0502020204030204" pitchFamily="34" charset="0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DED705-8D79-6C20-F1BB-DE15CB4F5A96}"/>
              </a:ext>
            </a:extLst>
          </p:cNvPr>
          <p:cNvSpPr txBox="1"/>
          <p:nvPr/>
        </p:nvSpPr>
        <p:spPr>
          <a:xfrm>
            <a:off x="4782624" y="3154710"/>
            <a:ext cx="261348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dirty="0">
                <a:solidFill>
                  <a:srgbClr val="CBC0BB"/>
                </a:solidFill>
                <a:latin typeface="Baguet Script" panose="020F0502020204030204" pitchFamily="34" charset="0"/>
                <a:cs typeface="Baguet Script" panose="020F0502020204030204" pitchFamily="34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54729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0C917-499D-6342-92A5-F2A5AA56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Palette Option #1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4E8DB0-D6DA-354E-EB55-353E66E92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977425"/>
              </p:ext>
            </p:extLst>
          </p:nvPr>
        </p:nvGraphicFramePr>
        <p:xfrm>
          <a:off x="838200" y="1690689"/>
          <a:ext cx="6730218" cy="4787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5109">
                  <a:extLst>
                    <a:ext uri="{9D8B030D-6E8A-4147-A177-3AD203B41FA5}">
                      <a16:colId xmlns:a16="http://schemas.microsoft.com/office/drawing/2014/main" val="2494746041"/>
                    </a:ext>
                  </a:extLst>
                </a:gridCol>
                <a:gridCol w="3365109">
                  <a:extLst>
                    <a:ext uri="{9D8B030D-6E8A-4147-A177-3AD203B41FA5}">
                      <a16:colId xmlns:a16="http://schemas.microsoft.com/office/drawing/2014/main" val="2188438905"/>
                    </a:ext>
                  </a:extLst>
                </a:gridCol>
              </a:tblGrid>
              <a:tr h="68392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Color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968387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Mist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224, 220, 217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654906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Quartz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203, 192, 187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356498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Rose 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206, 189, 175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627539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194, 192, 179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604096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Moss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88, 88, 77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272685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Cinnamon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145, 102, 74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318232"/>
                  </a:ext>
                </a:extLst>
              </a:tr>
            </a:tbl>
          </a:graphicData>
        </a:graphic>
      </p:graphicFrame>
      <p:pic>
        <p:nvPicPr>
          <p:cNvPr id="1026" name="Picture 2" descr="Full view">
            <a:extLst>
              <a:ext uri="{FF2B5EF4-FFF2-40B4-BE49-F238E27FC236}">
                <a16:creationId xmlns:a16="http://schemas.microsoft.com/office/drawing/2014/main" id="{C95D3753-D65C-C220-82B1-718B4DC171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7" t="17143" r="7266" b="7211"/>
          <a:stretch/>
        </p:blipFill>
        <p:spPr bwMode="auto">
          <a:xfrm>
            <a:off x="8117058" y="349780"/>
            <a:ext cx="3890866" cy="61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72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3225-3EF6-D999-015E-1A33ED2F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Palette Option #2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C661DE-1919-07A6-885E-E28BBC09AD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4654203"/>
              </p:ext>
            </p:extLst>
          </p:nvPr>
        </p:nvGraphicFramePr>
        <p:xfrm>
          <a:off x="424132" y="1546384"/>
          <a:ext cx="6730218" cy="41035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5109">
                  <a:extLst>
                    <a:ext uri="{9D8B030D-6E8A-4147-A177-3AD203B41FA5}">
                      <a16:colId xmlns:a16="http://schemas.microsoft.com/office/drawing/2014/main" val="4159251670"/>
                    </a:ext>
                  </a:extLst>
                </a:gridCol>
                <a:gridCol w="3365109">
                  <a:extLst>
                    <a:ext uri="{9D8B030D-6E8A-4147-A177-3AD203B41FA5}">
                      <a16:colId xmlns:a16="http://schemas.microsoft.com/office/drawing/2014/main" val="1686319872"/>
                    </a:ext>
                  </a:extLst>
                </a:gridCol>
              </a:tblGrid>
              <a:tr h="68392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Color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18228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Moss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49, 51, 32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91247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Blush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213, 188, 170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414157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Oat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211, 205, 189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289230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Olive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98, 93, 63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364997"/>
                  </a:ext>
                </a:extLst>
              </a:tr>
              <a:tr h="683926">
                <a:tc>
                  <a:txBody>
                    <a:bodyPr/>
                    <a:lstStyle/>
                    <a:p>
                      <a:r>
                        <a:rPr lang="en-US" sz="2800" dirty="0"/>
                        <a:t>Terracotta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178, 141, 110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741504"/>
                  </a:ext>
                </a:extLst>
              </a:tr>
            </a:tbl>
          </a:graphicData>
        </a:graphic>
      </p:graphicFrame>
      <p:pic>
        <p:nvPicPr>
          <p:cNvPr id="2050" name="Picture 2" descr="Full view">
            <a:extLst>
              <a:ext uri="{FF2B5EF4-FFF2-40B4-BE49-F238E27FC236}">
                <a16:creationId xmlns:a16="http://schemas.microsoft.com/office/drawing/2014/main" id="{F1409D46-1384-BD66-CF0A-109FC25CA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843" y="365125"/>
            <a:ext cx="3882957" cy="582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70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967573-3D90-F61C-730F-24185F6F4203}"/>
              </a:ext>
            </a:extLst>
          </p:cNvPr>
          <p:cNvSpPr/>
          <p:nvPr/>
        </p:nvSpPr>
        <p:spPr>
          <a:xfrm>
            <a:off x="0" y="0"/>
            <a:ext cx="12192000" cy="11778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814A08-A284-E0A3-BE84-EE4E4C8EB945}"/>
              </a:ext>
            </a:extLst>
          </p:cNvPr>
          <p:cNvSpPr/>
          <p:nvPr/>
        </p:nvSpPr>
        <p:spPr>
          <a:xfrm>
            <a:off x="0" y="1177871"/>
            <a:ext cx="4849091" cy="56801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E5A039-9C12-1D72-4EF8-10E8911A75F2}"/>
              </a:ext>
            </a:extLst>
          </p:cNvPr>
          <p:cNvSpPr/>
          <p:nvPr/>
        </p:nvSpPr>
        <p:spPr>
          <a:xfrm>
            <a:off x="2424545" y="2736331"/>
            <a:ext cx="3352800" cy="36021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63ECDC-CA2C-495D-A469-697AEED138D3}"/>
              </a:ext>
            </a:extLst>
          </p:cNvPr>
          <p:cNvSpPr/>
          <p:nvPr/>
        </p:nvSpPr>
        <p:spPr>
          <a:xfrm>
            <a:off x="2994174" y="2216844"/>
            <a:ext cx="3352800" cy="3602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7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8AFF962-812A-A234-A88E-EDAAC92E40D1}"/>
              </a:ext>
            </a:extLst>
          </p:cNvPr>
          <p:cNvGrpSpPr/>
          <p:nvPr/>
        </p:nvGrpSpPr>
        <p:grpSpPr>
          <a:xfrm>
            <a:off x="687096" y="0"/>
            <a:ext cx="2843791" cy="3962690"/>
            <a:chOff x="2994301" y="469835"/>
            <a:chExt cx="2843791" cy="39626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B0EE3D1-1DF9-6E5E-A1D1-D2C97AE4A2A5}"/>
                </a:ext>
              </a:extLst>
            </p:cNvPr>
            <p:cNvSpPr txBox="1"/>
            <p:nvPr/>
          </p:nvSpPr>
          <p:spPr>
            <a:xfrm>
              <a:off x="2994301" y="469835"/>
              <a:ext cx="2613480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0" b="1" dirty="0">
                  <a:solidFill>
                    <a:srgbClr val="E2208B"/>
                  </a:solidFill>
                  <a:latin typeface="Baguet Script" panose="020F0502020204030204" pitchFamily="34" charset="0"/>
                  <a:cs typeface="Baguet Script" panose="020F0502020204030204" pitchFamily="34" charset="0"/>
                </a:rPr>
                <a:t>M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62D98E-AF06-9A1E-E663-5915DB279657}"/>
                </a:ext>
              </a:extLst>
            </p:cNvPr>
            <p:cNvSpPr txBox="1"/>
            <p:nvPr/>
          </p:nvSpPr>
          <p:spPr>
            <a:xfrm>
              <a:off x="4389119" y="1277815"/>
              <a:ext cx="1448973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0" b="1" dirty="0">
                  <a:solidFill>
                    <a:srgbClr val="E2208B"/>
                  </a:solidFill>
                  <a:latin typeface="Baguet Script" panose="020F0502020204030204" pitchFamily="34" charset="0"/>
                  <a:cs typeface="Baguet Script" panose="020F0502020204030204" pitchFamily="34" charset="0"/>
                </a:rPr>
                <a:t>B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49ED01-949D-F69D-0E5A-AFE598A446A1}"/>
              </a:ext>
            </a:extLst>
          </p:cNvPr>
          <p:cNvSpPr txBox="1"/>
          <p:nvPr/>
        </p:nvSpPr>
        <p:spPr>
          <a:xfrm rot="3000077">
            <a:off x="2381780" y="1208691"/>
            <a:ext cx="1920240" cy="1920240"/>
          </a:xfrm>
          <a:prstGeom prst="rect">
            <a:avLst/>
          </a:prstGeom>
          <a:noFill/>
        </p:spPr>
        <p:txBody>
          <a:bodyPr wrap="square" tIns="91440" bIns="91440">
            <a:prstTxWarp prst="textCircle">
              <a:avLst>
                <a:gd name="adj" fmla="val 11095199"/>
              </a:avLst>
            </a:prstTxWarp>
            <a:spAutoFit/>
          </a:bodyPr>
          <a:lstStyle/>
          <a:p>
            <a:r>
              <a:rPr lang="en-US" sz="4000" dirty="0">
                <a:solidFill>
                  <a:srgbClr val="E2208B"/>
                </a:solidFill>
                <a:latin typeface="Baguet Script" panose="020F0502020204030204" pitchFamily="34" charset="0"/>
                <a:cs typeface="Baguet Script" panose="020F0502020204030204" pitchFamily="34" charset="0"/>
              </a:rPr>
              <a:t>Marilyn Braojos</a:t>
            </a:r>
          </a:p>
        </p:txBody>
      </p:sp>
    </p:spTree>
    <p:extLst>
      <p:ext uri="{BB962C8B-B14F-4D97-AF65-F5344CB8AC3E}">
        <p14:creationId xmlns:p14="http://schemas.microsoft.com/office/powerpoint/2010/main" val="1356405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785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6221</TotalTime>
  <Words>129</Words>
  <Application>Microsoft Macintosh PowerPoint</Application>
  <PresentationFormat>Widescreen</PresentationFormat>
  <Paragraphs>48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Baguet Script</vt:lpstr>
      <vt:lpstr>Calibri</vt:lpstr>
      <vt:lpstr>Calibri Light</vt:lpstr>
      <vt:lpstr>Office Theme</vt:lpstr>
      <vt:lpstr>PowerPoint Presentation</vt:lpstr>
      <vt:lpstr>Color Palette Option #1</vt:lpstr>
      <vt:lpstr>Color Palette Option #2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Braojos Gutierrez, Marilyn</dc:creator>
  <cp:lastModifiedBy>Braojos Gutierrez, Marilyn</cp:lastModifiedBy>
  <cp:revision>17</cp:revision>
  <dcterms:created xsi:type="dcterms:W3CDTF">2024-03-03T16:53:46Z</dcterms:created>
  <dcterms:modified xsi:type="dcterms:W3CDTF">2026-09-30T22:45:46Z</dcterms:modified>
</cp:coreProperties>
</file>